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nter Bold" charset="1" panose="02000503000000020004"/>
      <p:regular r:id="rId11"/>
    </p:embeddedFont>
    <p:embeddedFont>
      <p:font typeface="Inter Semi-Bold" charset="1" panose="02000503000000020004"/>
      <p:regular r:id="rId12"/>
    </p:embeddedFont>
    <p:embeddedFont>
      <p:font typeface="Inter Medium" charset="1" panose="02000503000000020004"/>
      <p:regular r:id="rId13"/>
    </p:embeddedFont>
    <p:embeddedFont>
      <p:font typeface="HK Grotesk Medium" charset="1" panose="00000600000000000000"/>
      <p:regular r:id="rId14"/>
    </p:embeddedFont>
    <p:embeddedFont>
      <p:font typeface="Inter" charset="1" panose="02000503000000020004"/>
      <p:regular r:id="rId15"/>
    </p:embeddedFont>
    <p:embeddedFont>
      <p:font typeface="Inter Ultra-Bold" charset="1" panose="0200050300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4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png" Type="http://schemas.openxmlformats.org/officeDocument/2006/relationships/image"/><Relationship Id="rId17" Target="../media/image31.png" Type="http://schemas.openxmlformats.org/officeDocument/2006/relationships/image"/><Relationship Id="rId18" Target="../media/image32.png" Type="http://schemas.openxmlformats.org/officeDocument/2006/relationships/image"/><Relationship Id="rId19" Target="../media/image33.png" Type="http://schemas.openxmlformats.org/officeDocument/2006/relationships/image"/><Relationship Id="rId2" Target="../media/image16.png" Type="http://schemas.openxmlformats.org/officeDocument/2006/relationships/image"/><Relationship Id="rId20" Target="../media/image4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43962" y="0"/>
            <a:ext cx="10544038" cy="8122467"/>
          </a:xfrm>
          <a:custGeom>
            <a:avLst/>
            <a:gdLst/>
            <a:ahLst/>
            <a:cxnLst/>
            <a:rect r="r" b="b" t="t" l="l"/>
            <a:pathLst>
              <a:path h="8122467" w="10544038">
                <a:moveTo>
                  <a:pt x="0" y="0"/>
                </a:moveTo>
                <a:lnTo>
                  <a:pt x="10544038" y="0"/>
                </a:lnTo>
                <a:lnTo>
                  <a:pt x="10544038" y="8122467"/>
                </a:lnTo>
                <a:lnTo>
                  <a:pt x="0" y="8122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4" t="0" r="0" b="-2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00268" y="5619041"/>
            <a:ext cx="8487732" cy="3541964"/>
          </a:xfrm>
          <a:custGeom>
            <a:avLst/>
            <a:gdLst/>
            <a:ahLst/>
            <a:cxnLst/>
            <a:rect r="r" b="b" t="t" l="l"/>
            <a:pathLst>
              <a:path h="3541964" w="8487732">
                <a:moveTo>
                  <a:pt x="0" y="0"/>
                </a:moveTo>
                <a:lnTo>
                  <a:pt x="8487732" y="0"/>
                </a:lnTo>
                <a:lnTo>
                  <a:pt x="8487732" y="3541964"/>
                </a:lnTo>
                <a:lnTo>
                  <a:pt x="0" y="3541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8" t="-1543" r="0" b="-154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094417" y="0"/>
            <a:ext cx="2193583" cy="21935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5809" t="0" r="0" b="-442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69247" y="1317213"/>
            <a:ext cx="9332360" cy="154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94"/>
              </a:lnSpc>
            </a:pPr>
            <a:r>
              <a:rPr lang="en-US" sz="11694" spc="-468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LifeBridgePro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9725" y="3279087"/>
            <a:ext cx="8642384" cy="335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5812" spc="-232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</a:t>
            </a:r>
            <a:r>
              <a:rPr lang="en-US" sz="5812" spc="-232" b="true">
                <a:solidFill>
                  <a:srgbClr val="16A6E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MySQL</a:t>
            </a:r>
            <a:r>
              <a:rPr lang="en-US" sz="5812" spc="-232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clinic database for </a:t>
            </a:r>
            <a:r>
              <a:rPr lang="en-US" sz="5812" spc="-232" b="true">
                <a:solidFill>
                  <a:srgbClr val="16A6E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patients, doctors, appointments, medicines,</a:t>
            </a:r>
            <a:r>
              <a:rPr lang="en-US" sz="5812" spc="-232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and </a:t>
            </a:r>
            <a:r>
              <a:rPr lang="en-US" sz="5812" spc="-232" b="true">
                <a:solidFill>
                  <a:srgbClr val="16A6E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bills.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8587" y="7356507"/>
            <a:ext cx="3756138" cy="52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3637" spc="-145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Schema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2383" y="8109549"/>
            <a:ext cx="2376580" cy="52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3637" spc="-145" b="true">
                <a:solidFill>
                  <a:srgbClr val="16A6E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ER diagram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3320" y="8847531"/>
            <a:ext cx="2282866" cy="52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3637" spc="-145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Workflows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5130" y="711858"/>
            <a:ext cx="7459630" cy="273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9"/>
              </a:lnSpc>
            </a:pPr>
            <a:r>
              <a:rPr lang="en-US" sz="11091" spc="-3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Five tables.</a:t>
            </a:r>
          </a:p>
          <a:p>
            <a:pPr algn="l">
              <a:lnSpc>
                <a:spcPts val="10539"/>
              </a:lnSpc>
            </a:pPr>
            <a:r>
              <a:rPr lang="en-US" sz="11091" spc="-330" b="true">
                <a:solidFill>
                  <a:srgbClr val="0CA3E9"/>
                </a:solidFill>
                <a:latin typeface="Inter Bold"/>
                <a:ea typeface="Inter Bold"/>
                <a:cs typeface="Inter Bold"/>
                <a:sym typeface="Inter Bold"/>
              </a:rPr>
              <a:t>Clear rules.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00019" y="3837128"/>
            <a:ext cx="3226651" cy="863627"/>
          </a:xfrm>
          <a:custGeom>
            <a:avLst/>
            <a:gdLst/>
            <a:ahLst/>
            <a:cxnLst/>
            <a:rect r="r" b="b" t="t" l="l"/>
            <a:pathLst>
              <a:path h="863627" w="3226651">
                <a:moveTo>
                  <a:pt x="0" y="0"/>
                </a:moveTo>
                <a:lnTo>
                  <a:pt x="3226651" y="0"/>
                </a:lnTo>
                <a:lnTo>
                  <a:pt x="3226651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94" t="-22784" r="0" b="-253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2070" y="4126331"/>
            <a:ext cx="1613385" cy="32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b="true" sz="2531" spc="-2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PATIENTS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0019" y="4635163"/>
            <a:ext cx="3226651" cy="3979243"/>
          </a:xfrm>
          <a:custGeom>
            <a:avLst/>
            <a:gdLst/>
            <a:ahLst/>
            <a:cxnLst/>
            <a:rect r="r" b="b" t="t" l="l"/>
            <a:pathLst>
              <a:path h="3979243" w="3226651">
                <a:moveTo>
                  <a:pt x="0" y="0"/>
                </a:moveTo>
                <a:lnTo>
                  <a:pt x="3226651" y="0"/>
                </a:lnTo>
                <a:lnTo>
                  <a:pt x="3226651" y="3979243"/>
                </a:lnTo>
                <a:lnTo>
                  <a:pt x="0" y="397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94" t="-3571" r="0" b="-439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46986" y="3826196"/>
            <a:ext cx="3314153" cy="874559"/>
          </a:xfrm>
          <a:custGeom>
            <a:avLst/>
            <a:gdLst/>
            <a:ahLst/>
            <a:cxnLst/>
            <a:rect r="r" b="b" t="t" l="l"/>
            <a:pathLst>
              <a:path h="874559" w="3314153">
                <a:moveTo>
                  <a:pt x="0" y="0"/>
                </a:moveTo>
                <a:lnTo>
                  <a:pt x="3314153" y="0"/>
                </a:lnTo>
                <a:lnTo>
                  <a:pt x="3314153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0" t="-21250" r="-1320" b="-250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78945" y="4126331"/>
            <a:ext cx="1602815" cy="32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b="true" sz="2531" spc="-2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DOCTORS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046986" y="4635163"/>
            <a:ext cx="3314153" cy="3979243"/>
          </a:xfrm>
          <a:custGeom>
            <a:avLst/>
            <a:gdLst/>
            <a:ahLst/>
            <a:cxnLst/>
            <a:rect r="r" b="b" t="t" l="l"/>
            <a:pathLst>
              <a:path h="3979243" w="3314153">
                <a:moveTo>
                  <a:pt x="0" y="0"/>
                </a:moveTo>
                <a:lnTo>
                  <a:pt x="3314153" y="0"/>
                </a:lnTo>
                <a:lnTo>
                  <a:pt x="3314153" y="3979243"/>
                </a:lnTo>
                <a:lnTo>
                  <a:pt x="0" y="39792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60" t="-3571" r="-1320" b="-439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92392" y="3826196"/>
            <a:ext cx="3489158" cy="885491"/>
          </a:xfrm>
          <a:custGeom>
            <a:avLst/>
            <a:gdLst/>
            <a:ahLst/>
            <a:cxnLst/>
            <a:rect r="r" b="b" t="t" l="l"/>
            <a:pathLst>
              <a:path h="885491" w="3489158">
                <a:moveTo>
                  <a:pt x="0" y="0"/>
                </a:moveTo>
                <a:lnTo>
                  <a:pt x="3489158" y="0"/>
                </a:lnTo>
                <a:lnTo>
                  <a:pt x="3489158" y="885491"/>
                </a:lnTo>
                <a:lnTo>
                  <a:pt x="0" y="885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21" t="-20987" r="-3761" b="-123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93586" y="4126331"/>
            <a:ext cx="2613163" cy="32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b="true" sz="2531" spc="-2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APPOINTMENTS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481455" y="4635163"/>
            <a:ext cx="3500096" cy="3979243"/>
          </a:xfrm>
          <a:custGeom>
            <a:avLst/>
            <a:gdLst/>
            <a:ahLst/>
            <a:cxnLst/>
            <a:rect r="r" b="b" t="t" l="l"/>
            <a:pathLst>
              <a:path h="3979243" w="3500096">
                <a:moveTo>
                  <a:pt x="0" y="0"/>
                </a:moveTo>
                <a:lnTo>
                  <a:pt x="3500095" y="0"/>
                </a:lnTo>
                <a:lnTo>
                  <a:pt x="3500095" y="3979243"/>
                </a:lnTo>
                <a:lnTo>
                  <a:pt x="0" y="39792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00" t="-3571" r="-3750" b="-439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95617" y="4948785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AppointmentID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95617" y="6484991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AppointmentDate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95617" y="6981998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AppointmentTime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112804" y="3837128"/>
            <a:ext cx="3171962" cy="863627"/>
          </a:xfrm>
          <a:custGeom>
            <a:avLst/>
            <a:gdLst/>
            <a:ahLst/>
            <a:cxnLst/>
            <a:rect r="r" b="b" t="t" l="l"/>
            <a:pathLst>
              <a:path h="863627" w="3171962">
                <a:moveTo>
                  <a:pt x="0" y="0"/>
                </a:moveTo>
                <a:lnTo>
                  <a:pt x="3171962" y="0"/>
                </a:lnTo>
                <a:lnTo>
                  <a:pt x="3171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44" t="-22784" r="-2758" b="-253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790269" y="4126331"/>
            <a:ext cx="1792454" cy="32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b="true" sz="2531" spc="-2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MEDICINES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12804" y="4635163"/>
            <a:ext cx="3171962" cy="3979243"/>
          </a:xfrm>
          <a:custGeom>
            <a:avLst/>
            <a:gdLst/>
            <a:ahLst/>
            <a:cxnLst/>
            <a:rect r="r" b="b" t="t" l="l"/>
            <a:pathLst>
              <a:path h="3979243" w="3171962">
                <a:moveTo>
                  <a:pt x="0" y="0"/>
                </a:moveTo>
                <a:lnTo>
                  <a:pt x="3171962" y="0"/>
                </a:lnTo>
                <a:lnTo>
                  <a:pt x="3171962" y="3979243"/>
                </a:lnTo>
                <a:lnTo>
                  <a:pt x="0" y="3979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44" t="-3571" r="-2758" b="-439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465719" y="5475914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MedicineName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65719" y="6981998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StockQuantity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416019" y="3837128"/>
            <a:ext cx="3161024" cy="863627"/>
          </a:xfrm>
          <a:custGeom>
            <a:avLst/>
            <a:gdLst/>
            <a:ahLst/>
            <a:cxnLst/>
            <a:rect r="r" b="b" t="t" l="l"/>
            <a:pathLst>
              <a:path h="863627" w="3161024">
                <a:moveTo>
                  <a:pt x="0" y="0"/>
                </a:moveTo>
                <a:lnTo>
                  <a:pt x="3161024" y="0"/>
                </a:lnTo>
                <a:lnTo>
                  <a:pt x="3161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30" t="-22784" r="-2076" b="-253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571079" y="4126331"/>
            <a:ext cx="874523" cy="32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b="true" sz="2531" spc="-2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BILLS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416019" y="4646095"/>
            <a:ext cx="3161024" cy="3968311"/>
          </a:xfrm>
          <a:custGeom>
            <a:avLst/>
            <a:gdLst/>
            <a:ahLst/>
            <a:cxnLst/>
            <a:rect r="r" b="b" t="t" l="l"/>
            <a:pathLst>
              <a:path h="3968311" w="3161024">
                <a:moveTo>
                  <a:pt x="0" y="0"/>
                </a:moveTo>
                <a:lnTo>
                  <a:pt x="3161024" y="0"/>
                </a:lnTo>
                <a:lnTo>
                  <a:pt x="3161024" y="3968311"/>
                </a:lnTo>
                <a:lnTo>
                  <a:pt x="0" y="39683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30" t="-3856" r="-2076" b="-4407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760773" y="6018105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AppointmentID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0912" y="9134370"/>
            <a:ext cx="6560331" cy="495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1"/>
              </a:lnSpc>
            </a:pPr>
            <a:r>
              <a:rPr lang="en-US" b="true" sz="3990" spc="-118">
                <a:solidFill>
                  <a:srgbClr val="0CA3E9"/>
                </a:solidFill>
                <a:latin typeface="Inter Bold"/>
                <a:ea typeface="Inter Bold"/>
                <a:cs typeface="Inter Bold"/>
                <a:sym typeface="Inter Bold"/>
              </a:rPr>
              <a:t>CHECK, UNIQUE, DEFAULT,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43064" y="9124845"/>
            <a:ext cx="6319409" cy="50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1"/>
              </a:lnSpc>
            </a:pPr>
            <a:r>
              <a:rPr lang="en-US" sz="3990" spc="-118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and foreign keys protect data.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20195" y="5987983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Specialization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60773" y="7042242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TotalAmount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7984" y="6484991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DateOfBirth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65719" y="4948785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MedicineID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65719" y="5987983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Category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95617" y="5475914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PatientID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7984" y="5475914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FullName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95617" y="5987983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DoctorID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20195" y="5475914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FullName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7984" y="4978907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PatientID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760773" y="5521097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PatientID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20195" y="4978907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DoctorID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7984" y="5987983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Gender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7984" y="8006136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Address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760773" y="6530173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BillDate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95617" y="7494067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Reason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7984" y="6981998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Phone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420195" y="6484991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Phone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760773" y="7539249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Status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760773" y="4993967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BillID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795617" y="7991075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Status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420195" y="6981998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Email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17984" y="7494067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Email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465719" y="6484991"/>
            <a:ext cx="2678906" cy="2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2250" spc="-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Price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6094417" y="0"/>
            <a:ext cx="2193583" cy="2193583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-25809" t="0" r="0" b="-442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6752" y="507186"/>
            <a:ext cx="16573500" cy="73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9"/>
              </a:lnSpc>
              <a:spcBef>
                <a:spcPct val="0"/>
              </a:spcBef>
            </a:pPr>
            <a:r>
              <a:rPr lang="en-US" b="true" sz="2999" spc="-120" strike="noStrike" u="non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1 Patient → many Appointments  |  1 Doctor → many Appointments  |  1 Patient → many Bills</a:t>
            </a:r>
          </a:p>
          <a:p>
            <a:pPr algn="l" marL="0" indent="0" lvl="0">
              <a:lnSpc>
                <a:spcPts val="2909"/>
              </a:lnSpc>
              <a:spcBef>
                <a:spcPct val="0"/>
              </a:spcBef>
            </a:pPr>
            <a:r>
              <a:rPr lang="en-US" b="true" sz="2999" spc="-120" strike="noStrike" u="non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No 1-to-1 relationship is defined. Medicines has no foreign-key relationship.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592258" y="2776725"/>
            <a:ext cx="2668823" cy="3345188"/>
          </a:xfrm>
          <a:custGeom>
            <a:avLst/>
            <a:gdLst/>
            <a:ahLst/>
            <a:cxnLst/>
            <a:rect r="r" b="b" t="t" l="l"/>
            <a:pathLst>
              <a:path h="3345188" w="2668823">
                <a:moveTo>
                  <a:pt x="0" y="0"/>
                </a:moveTo>
                <a:lnTo>
                  <a:pt x="2668823" y="0"/>
                </a:lnTo>
                <a:lnTo>
                  <a:pt x="2668823" y="3345188"/>
                </a:lnTo>
                <a:lnTo>
                  <a:pt x="0" y="3345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786" t="0" r="-6967" b="-29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40697" y="2906976"/>
            <a:ext cx="1300294" cy="33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b="true" sz="2003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PATIENTS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81850" y="3501429"/>
            <a:ext cx="2238375" cy="193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patient_id (PK)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patient_name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age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gender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phone (UNIQUE)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239206" y="3902719"/>
            <a:ext cx="273445" cy="54660"/>
          </a:xfrm>
          <a:custGeom>
            <a:avLst/>
            <a:gdLst/>
            <a:ahLst/>
            <a:cxnLst/>
            <a:rect r="r" b="b" t="t" l="l"/>
            <a:pathLst>
              <a:path h="54660" w="273445">
                <a:moveTo>
                  <a:pt x="0" y="0"/>
                </a:moveTo>
                <a:lnTo>
                  <a:pt x="273445" y="0"/>
                </a:lnTo>
                <a:lnTo>
                  <a:pt x="273445" y="54660"/>
                </a:lnTo>
                <a:lnTo>
                  <a:pt x="0" y="5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00" t="-100000" r="-56000" b="-22000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90775" y="3585692"/>
            <a:ext cx="54689" cy="688715"/>
          </a:xfrm>
          <a:custGeom>
            <a:avLst/>
            <a:gdLst/>
            <a:ahLst/>
            <a:cxnLst/>
            <a:rect r="r" b="b" t="t" l="l"/>
            <a:pathLst>
              <a:path h="688715" w="54689">
                <a:moveTo>
                  <a:pt x="0" y="0"/>
                </a:moveTo>
                <a:lnTo>
                  <a:pt x="54689" y="0"/>
                </a:lnTo>
                <a:lnTo>
                  <a:pt x="54689" y="688715"/>
                </a:lnTo>
                <a:lnTo>
                  <a:pt x="0" y="688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0000" t="-23809" r="-220000" b="-317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39206" y="3902719"/>
            <a:ext cx="2165684" cy="54660"/>
          </a:xfrm>
          <a:custGeom>
            <a:avLst/>
            <a:gdLst/>
            <a:ahLst/>
            <a:cxnLst/>
            <a:rect r="r" b="b" t="t" l="l"/>
            <a:pathLst>
              <a:path h="54660" w="2165684">
                <a:moveTo>
                  <a:pt x="0" y="0"/>
                </a:moveTo>
                <a:lnTo>
                  <a:pt x="2165684" y="0"/>
                </a:lnTo>
                <a:lnTo>
                  <a:pt x="2165684" y="54660"/>
                </a:lnTo>
                <a:lnTo>
                  <a:pt x="0" y="54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10" t="-100000" r="0" b="-22000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62699" y="3716876"/>
            <a:ext cx="339072" cy="306096"/>
          </a:xfrm>
          <a:custGeom>
            <a:avLst/>
            <a:gdLst/>
            <a:ahLst/>
            <a:cxnLst/>
            <a:rect r="r" b="b" t="t" l="l"/>
            <a:pathLst>
              <a:path h="306096" w="339072">
                <a:moveTo>
                  <a:pt x="0" y="0"/>
                </a:moveTo>
                <a:lnTo>
                  <a:pt x="339071" y="0"/>
                </a:lnTo>
                <a:lnTo>
                  <a:pt x="339071" y="306095"/>
                </a:lnTo>
                <a:lnTo>
                  <a:pt x="0" y="3060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806" t="-25000" r="-6451" b="-1785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51761" y="3902719"/>
            <a:ext cx="360947" cy="251436"/>
          </a:xfrm>
          <a:custGeom>
            <a:avLst/>
            <a:gdLst/>
            <a:ahLst/>
            <a:cxnLst/>
            <a:rect r="r" b="b" t="t" l="l"/>
            <a:pathLst>
              <a:path h="251436" w="360947">
                <a:moveTo>
                  <a:pt x="0" y="0"/>
                </a:moveTo>
                <a:lnTo>
                  <a:pt x="360947" y="0"/>
                </a:lnTo>
                <a:lnTo>
                  <a:pt x="360947" y="251436"/>
                </a:lnTo>
                <a:lnTo>
                  <a:pt x="0" y="2514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212" t="-21739" r="-3030" b="-5652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79895" y="2776725"/>
            <a:ext cx="2778201" cy="3345188"/>
          </a:xfrm>
          <a:custGeom>
            <a:avLst/>
            <a:gdLst/>
            <a:ahLst/>
            <a:cxnLst/>
            <a:rect r="r" b="b" t="t" l="l"/>
            <a:pathLst>
              <a:path h="3345188" w="2778201">
                <a:moveTo>
                  <a:pt x="0" y="0"/>
                </a:moveTo>
                <a:lnTo>
                  <a:pt x="2778201" y="0"/>
                </a:lnTo>
                <a:lnTo>
                  <a:pt x="2778201" y="3345188"/>
                </a:lnTo>
                <a:lnTo>
                  <a:pt x="0" y="33451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692" t="0" r="-3543" b="-294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87432" y="2906976"/>
            <a:ext cx="2103622" cy="33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b="true" sz="2003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APPOINTMENTS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8574" y="3501429"/>
            <a:ext cx="2381250" cy="193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appointment_id (PK)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patient_id (FK)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doctor_id (FK)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appointment_date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status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81867" y="3161003"/>
            <a:ext cx="669727" cy="38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325282" y="3716876"/>
            <a:ext cx="350010" cy="251436"/>
          </a:xfrm>
          <a:custGeom>
            <a:avLst/>
            <a:gdLst/>
            <a:ahLst/>
            <a:cxnLst/>
            <a:rect r="r" b="b" t="t" l="l"/>
            <a:pathLst>
              <a:path h="251436" w="350010">
                <a:moveTo>
                  <a:pt x="0" y="0"/>
                </a:moveTo>
                <a:lnTo>
                  <a:pt x="350010" y="0"/>
                </a:lnTo>
                <a:lnTo>
                  <a:pt x="350010" y="251435"/>
                </a:lnTo>
                <a:lnTo>
                  <a:pt x="0" y="251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8125" t="-30434" r="0" b="-4347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325282" y="3924583"/>
            <a:ext cx="350010" cy="251436"/>
          </a:xfrm>
          <a:custGeom>
            <a:avLst/>
            <a:gdLst/>
            <a:ahLst/>
            <a:cxnLst/>
            <a:rect r="r" b="b" t="t" l="l"/>
            <a:pathLst>
              <a:path h="251436" w="350010">
                <a:moveTo>
                  <a:pt x="0" y="0"/>
                </a:moveTo>
                <a:lnTo>
                  <a:pt x="350010" y="0"/>
                </a:lnTo>
                <a:lnTo>
                  <a:pt x="350010" y="251436"/>
                </a:lnTo>
                <a:lnTo>
                  <a:pt x="0" y="2514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8125" t="-30434" r="0" b="-47826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42478" y="3716876"/>
            <a:ext cx="32813" cy="437279"/>
          </a:xfrm>
          <a:custGeom>
            <a:avLst/>
            <a:gdLst/>
            <a:ahLst/>
            <a:cxnLst/>
            <a:rect r="r" b="b" t="t" l="l"/>
            <a:pathLst>
              <a:path h="437279" w="32813">
                <a:moveTo>
                  <a:pt x="0" y="0"/>
                </a:moveTo>
                <a:lnTo>
                  <a:pt x="32814" y="0"/>
                </a:lnTo>
                <a:lnTo>
                  <a:pt x="3281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99999" t="-17500" r="0" b="-3249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544038" y="3902719"/>
            <a:ext cx="2198498" cy="54660"/>
          </a:xfrm>
          <a:custGeom>
            <a:avLst/>
            <a:gdLst/>
            <a:ahLst/>
            <a:cxnLst/>
            <a:rect r="r" b="b" t="t" l="l"/>
            <a:pathLst>
              <a:path h="54660" w="2198498">
                <a:moveTo>
                  <a:pt x="0" y="0"/>
                </a:moveTo>
                <a:lnTo>
                  <a:pt x="2198498" y="0"/>
                </a:lnTo>
                <a:lnTo>
                  <a:pt x="2198498" y="54660"/>
                </a:lnTo>
                <a:lnTo>
                  <a:pt x="0" y="546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477" t="-100000" r="-4975" b="-22000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20660" y="2776725"/>
            <a:ext cx="2482880" cy="3345188"/>
          </a:xfrm>
          <a:custGeom>
            <a:avLst/>
            <a:gdLst/>
            <a:ahLst/>
            <a:cxnLst/>
            <a:rect r="r" b="b" t="t" l="l"/>
            <a:pathLst>
              <a:path h="3345188" w="2482880">
                <a:moveTo>
                  <a:pt x="0" y="0"/>
                </a:moveTo>
                <a:lnTo>
                  <a:pt x="2482881" y="0"/>
                </a:lnTo>
                <a:lnTo>
                  <a:pt x="2482881" y="3345188"/>
                </a:lnTo>
                <a:lnTo>
                  <a:pt x="0" y="33451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964" t="0" r="-1762" b="-2941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006024" y="3501429"/>
            <a:ext cx="2095500" cy="153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doctor_id (PK)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doctor_name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specialization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consultation_fee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587598" y="6340553"/>
            <a:ext cx="667206" cy="54660"/>
          </a:xfrm>
          <a:custGeom>
            <a:avLst/>
            <a:gdLst/>
            <a:ahLst/>
            <a:cxnLst/>
            <a:rect r="r" b="b" t="t" l="l"/>
            <a:pathLst>
              <a:path h="54660" w="667206">
                <a:moveTo>
                  <a:pt x="0" y="0"/>
                </a:moveTo>
                <a:lnTo>
                  <a:pt x="667206" y="0"/>
                </a:lnTo>
                <a:lnTo>
                  <a:pt x="667206" y="54660"/>
                </a:lnTo>
                <a:lnTo>
                  <a:pt x="0" y="54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6393" t="-239999" r="-16393" b="-79999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893856" y="6100049"/>
            <a:ext cx="65627" cy="1279043"/>
          </a:xfrm>
          <a:custGeom>
            <a:avLst/>
            <a:gdLst/>
            <a:ahLst/>
            <a:cxnLst/>
            <a:rect r="r" b="b" t="t" l="l"/>
            <a:pathLst>
              <a:path h="1279043" w="65627">
                <a:moveTo>
                  <a:pt x="0" y="0"/>
                </a:moveTo>
                <a:lnTo>
                  <a:pt x="65627" y="0"/>
                </a:lnTo>
                <a:lnTo>
                  <a:pt x="65627" y="1279042"/>
                </a:lnTo>
                <a:lnTo>
                  <a:pt x="0" y="127904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00000" t="-8547" r="-283333" b="-1025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045148" y="6158110"/>
            <a:ext cx="669727" cy="38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3696976" y="6974608"/>
            <a:ext cx="437512" cy="393552"/>
          </a:xfrm>
          <a:custGeom>
            <a:avLst/>
            <a:gdLst/>
            <a:ahLst/>
            <a:cxnLst/>
            <a:rect r="r" b="b" t="t" l="l"/>
            <a:pathLst>
              <a:path h="393552" w="437512">
                <a:moveTo>
                  <a:pt x="0" y="0"/>
                </a:moveTo>
                <a:lnTo>
                  <a:pt x="437512" y="0"/>
                </a:lnTo>
                <a:lnTo>
                  <a:pt x="437512" y="393551"/>
                </a:lnTo>
                <a:lnTo>
                  <a:pt x="0" y="39355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50000" t="-30555" r="-2500" b="-36111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917872" y="6179854"/>
            <a:ext cx="669727" cy="38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2679761" y="7313499"/>
            <a:ext cx="2493818" cy="2547153"/>
          </a:xfrm>
          <a:custGeom>
            <a:avLst/>
            <a:gdLst/>
            <a:ahLst/>
            <a:cxnLst/>
            <a:rect r="r" b="b" t="t" l="l"/>
            <a:pathLst>
              <a:path h="2547153" w="2493818">
                <a:moveTo>
                  <a:pt x="0" y="0"/>
                </a:moveTo>
                <a:lnTo>
                  <a:pt x="2493818" y="0"/>
                </a:lnTo>
                <a:lnTo>
                  <a:pt x="2493818" y="2547153"/>
                </a:lnTo>
                <a:lnTo>
                  <a:pt x="0" y="254715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3070" t="-1287" r="-2192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879074" y="7976910"/>
            <a:ext cx="2190750" cy="127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bill_id (PK)</a:t>
            </a:r>
          </a:p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patient_id (FK)</a:t>
            </a:r>
          </a:p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amount</a:t>
            </a:r>
          </a:p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payment_status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720660" y="7215112"/>
            <a:ext cx="2471943" cy="2645541"/>
          </a:xfrm>
          <a:custGeom>
            <a:avLst/>
            <a:gdLst/>
            <a:ahLst/>
            <a:cxnLst/>
            <a:rect r="r" b="b" t="t" l="l"/>
            <a:pathLst>
              <a:path h="2645541" w="2471943">
                <a:moveTo>
                  <a:pt x="0" y="0"/>
                </a:moveTo>
                <a:lnTo>
                  <a:pt x="2471943" y="0"/>
                </a:lnTo>
                <a:lnTo>
                  <a:pt x="2471943" y="2645540"/>
                </a:lnTo>
                <a:lnTo>
                  <a:pt x="0" y="264554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3982" t="-5785" r="-2212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215900" y="7349924"/>
            <a:ext cx="1444898" cy="33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b="true" sz="2003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MEDICINES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04825" y="7929316"/>
            <a:ext cx="2095500" cy="153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medicine_id (PK)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medicine_name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price</a:t>
            </a:r>
          </a:p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1874" spc="-37" strike="noStrike" u="non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stock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293666" y="2906976"/>
            <a:ext cx="1289366" cy="33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b="true" sz="2003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DOCTORS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72967" y="7404496"/>
            <a:ext cx="635753" cy="29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b="true" sz="1792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BILLS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43500" y="3161003"/>
            <a:ext cx="669727" cy="38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415627" y="4290299"/>
            <a:ext cx="20498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250" spc="-67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14237" y="3947399"/>
            <a:ext cx="20498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250" spc="-67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6094417" y="0"/>
            <a:ext cx="2193583" cy="2193583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0"/>
              <a:stretch>
                <a:fillRect l="-25809" t="0" r="0" b="-442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0547" y="706551"/>
            <a:ext cx="7633558" cy="1288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5"/>
              </a:lnSpc>
            </a:pPr>
            <a:r>
              <a:rPr lang="en-US" sz="9745" spc="-29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Appointment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6039" y="2031959"/>
            <a:ext cx="6084389" cy="135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2"/>
              </a:lnSpc>
            </a:pPr>
            <a:r>
              <a:rPr lang="en-US" sz="10162" spc="-302" b="true">
                <a:solidFill>
                  <a:srgbClr val="0099E6"/>
                </a:solidFill>
                <a:latin typeface="Inter Bold"/>
                <a:ea typeface="Inter Bold"/>
                <a:cs typeface="Inter Bold"/>
                <a:sym typeface="Inter Bold"/>
              </a:rPr>
              <a:t>workflow.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87522" y="3705944"/>
            <a:ext cx="3062584" cy="3345188"/>
          </a:xfrm>
          <a:custGeom>
            <a:avLst/>
            <a:gdLst/>
            <a:ahLst/>
            <a:cxnLst/>
            <a:rect r="r" b="b" t="t" l="l"/>
            <a:pathLst>
              <a:path h="3345188" w="3062584">
                <a:moveTo>
                  <a:pt x="0" y="0"/>
                </a:moveTo>
                <a:lnTo>
                  <a:pt x="3062583" y="0"/>
                </a:lnTo>
                <a:lnTo>
                  <a:pt x="3062583" y="3345188"/>
                </a:lnTo>
                <a:lnTo>
                  <a:pt x="0" y="3345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42" t="-1960" r="-2500" b="-65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5483" y="4111642"/>
            <a:ext cx="1681398" cy="3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b="true" sz="3062" spc="-91">
                <a:solidFill>
                  <a:srgbClr val="0099E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PATIENT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8633" y="4657167"/>
            <a:ext cx="1366433" cy="100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2636" spc="-78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PatientID</a:t>
            </a:r>
          </a:p>
          <a:p>
            <a:pPr algn="l">
              <a:lnSpc>
                <a:spcPts val="4217"/>
              </a:lnSpc>
            </a:pPr>
            <a:r>
              <a:rPr lang="en-US" sz="2636" spc="-78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Details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882919" y="4952190"/>
            <a:ext cx="1028153" cy="295164"/>
          </a:xfrm>
          <a:custGeom>
            <a:avLst/>
            <a:gdLst/>
            <a:ahLst/>
            <a:cxnLst/>
            <a:rect r="r" b="b" t="t" l="l"/>
            <a:pathLst>
              <a:path h="295164" w="1028153">
                <a:moveTo>
                  <a:pt x="0" y="0"/>
                </a:moveTo>
                <a:lnTo>
                  <a:pt x="1028153" y="0"/>
                </a:lnTo>
                <a:lnTo>
                  <a:pt x="1028153" y="295164"/>
                </a:lnTo>
                <a:lnTo>
                  <a:pt x="0" y="295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085" t="-11111" r="-9574" b="-4074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65761" y="3705944"/>
            <a:ext cx="4036048" cy="3345188"/>
          </a:xfrm>
          <a:custGeom>
            <a:avLst/>
            <a:gdLst/>
            <a:ahLst/>
            <a:cxnLst/>
            <a:rect r="r" b="b" t="t" l="l"/>
            <a:pathLst>
              <a:path h="3345188" w="4036048">
                <a:moveTo>
                  <a:pt x="0" y="0"/>
                </a:moveTo>
                <a:lnTo>
                  <a:pt x="4036048" y="0"/>
                </a:lnTo>
                <a:lnTo>
                  <a:pt x="4036048" y="3345188"/>
                </a:lnTo>
                <a:lnTo>
                  <a:pt x="0" y="3345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07" t="-1960" r="-3523" b="-65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09379" y="4111642"/>
            <a:ext cx="2880081" cy="3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b="true" sz="3062" spc="-91">
                <a:solidFill>
                  <a:srgbClr val="0099E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APPOINTMENT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11462" y="4566802"/>
            <a:ext cx="2671808" cy="204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2636" spc="-78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PatientID</a:t>
            </a:r>
          </a:p>
          <a:p>
            <a:pPr algn="l">
              <a:lnSpc>
                <a:spcPts val="4217"/>
              </a:lnSpc>
            </a:pPr>
            <a:r>
              <a:rPr lang="en-US" sz="2636" spc="-78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DoctorID</a:t>
            </a:r>
          </a:p>
          <a:p>
            <a:pPr algn="l">
              <a:lnSpc>
                <a:spcPts val="4217"/>
              </a:lnSpc>
            </a:pPr>
            <a:r>
              <a:rPr lang="en-US" sz="2636" spc="-78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AppointmentDate</a:t>
            </a:r>
          </a:p>
          <a:p>
            <a:pPr algn="l">
              <a:lnSpc>
                <a:spcPts val="4217"/>
              </a:lnSpc>
            </a:pPr>
            <a:r>
              <a:rPr lang="en-US" sz="2636" spc="-78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Status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045560" y="4952190"/>
            <a:ext cx="940651" cy="284232"/>
          </a:xfrm>
          <a:custGeom>
            <a:avLst/>
            <a:gdLst/>
            <a:ahLst/>
            <a:cxnLst/>
            <a:rect r="r" b="b" t="t" l="l"/>
            <a:pathLst>
              <a:path h="284232" w="940651">
                <a:moveTo>
                  <a:pt x="0" y="0"/>
                </a:moveTo>
                <a:lnTo>
                  <a:pt x="940651" y="0"/>
                </a:lnTo>
                <a:lnTo>
                  <a:pt x="940651" y="284232"/>
                </a:lnTo>
                <a:lnTo>
                  <a:pt x="0" y="284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790" t="-11538" r="-3488" b="-4615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029962" y="3705944"/>
            <a:ext cx="2964144" cy="3345188"/>
          </a:xfrm>
          <a:custGeom>
            <a:avLst/>
            <a:gdLst/>
            <a:ahLst/>
            <a:cxnLst/>
            <a:rect r="r" b="b" t="t" l="l"/>
            <a:pathLst>
              <a:path h="3345188" w="2964144">
                <a:moveTo>
                  <a:pt x="0" y="0"/>
                </a:moveTo>
                <a:lnTo>
                  <a:pt x="2964143" y="0"/>
                </a:lnTo>
                <a:lnTo>
                  <a:pt x="2964143" y="3345188"/>
                </a:lnTo>
                <a:lnTo>
                  <a:pt x="0" y="3345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38" t="-1960" r="-2583" b="-65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84702" y="4111642"/>
            <a:ext cx="1661053" cy="3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b="true" sz="3062" spc="-91">
                <a:solidFill>
                  <a:srgbClr val="0099E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DOCTOR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87892" y="4657167"/>
            <a:ext cx="1342076" cy="100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2636" spc="-78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DoctorID</a:t>
            </a:r>
          </a:p>
          <a:p>
            <a:pPr algn="l">
              <a:lnSpc>
                <a:spcPts val="4217"/>
              </a:lnSpc>
            </a:pPr>
            <a:r>
              <a:rPr lang="en-US" sz="2636" spc="-78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Details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026919" y="4952190"/>
            <a:ext cx="962526" cy="295164"/>
          </a:xfrm>
          <a:custGeom>
            <a:avLst/>
            <a:gdLst/>
            <a:ahLst/>
            <a:cxnLst/>
            <a:rect r="r" b="b" t="t" l="l"/>
            <a:pathLst>
              <a:path h="295164" w="962526">
                <a:moveTo>
                  <a:pt x="0" y="0"/>
                </a:moveTo>
                <a:lnTo>
                  <a:pt x="962526" y="0"/>
                </a:lnTo>
                <a:lnTo>
                  <a:pt x="962526" y="295164"/>
                </a:lnTo>
                <a:lnTo>
                  <a:pt x="0" y="2951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9318" t="-11111" r="-17045" b="-4074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22258" y="3705944"/>
            <a:ext cx="3248526" cy="3345188"/>
          </a:xfrm>
          <a:custGeom>
            <a:avLst/>
            <a:gdLst/>
            <a:ahLst/>
            <a:cxnLst/>
            <a:rect r="r" b="b" t="t" l="l"/>
            <a:pathLst>
              <a:path h="3345188" w="3248526">
                <a:moveTo>
                  <a:pt x="0" y="0"/>
                </a:moveTo>
                <a:lnTo>
                  <a:pt x="3248527" y="0"/>
                </a:lnTo>
                <a:lnTo>
                  <a:pt x="3248527" y="3345188"/>
                </a:lnTo>
                <a:lnTo>
                  <a:pt x="0" y="33451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030" t="-1960" r="-4713" b="-65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415195" y="4111553"/>
            <a:ext cx="2410920" cy="37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b="true" sz="2923" spc="-87">
                <a:solidFill>
                  <a:srgbClr val="00193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JOINED 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15202" y="4685732"/>
            <a:ext cx="2410314" cy="147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2636" spc="-78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Appointments with patient and doctor details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7550" y="7497504"/>
            <a:ext cx="9291105" cy="184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341" spc="-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Capture key details in </a:t>
            </a:r>
            <a:r>
              <a:rPr lang="en-US" sz="3341" spc="-99" b="true">
                <a:solidFill>
                  <a:srgbClr val="0099E6"/>
                </a:solidFill>
                <a:latin typeface="Inter Bold"/>
                <a:ea typeface="Inter Bold"/>
                <a:cs typeface="Inter Bold"/>
                <a:sym typeface="Inter Bold"/>
              </a:rPr>
              <a:t>Appointments</a:t>
            </a:r>
          </a:p>
          <a:p>
            <a:pPr algn="l">
              <a:lnSpc>
                <a:spcPts val="5011"/>
              </a:lnSpc>
            </a:pPr>
            <a:r>
              <a:rPr lang="en-US" sz="3341" spc="-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Link each appointment to a </a:t>
            </a:r>
            <a:r>
              <a:rPr lang="en-US" sz="3341" spc="-99" b="true">
                <a:solidFill>
                  <a:srgbClr val="0099E6"/>
                </a:solidFill>
                <a:latin typeface="Inter Bold"/>
                <a:ea typeface="Inter Bold"/>
                <a:cs typeface="Inter Bold"/>
                <a:sym typeface="Inter Bold"/>
              </a:rPr>
              <a:t>patient</a:t>
            </a:r>
            <a:r>
              <a:rPr lang="en-US" sz="3341" spc="-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and a </a:t>
            </a:r>
            <a:r>
              <a:rPr lang="en-US" sz="3341" spc="-99" b="true">
                <a:solidFill>
                  <a:srgbClr val="0099E6"/>
                </a:solidFill>
                <a:latin typeface="Inter Bold"/>
                <a:ea typeface="Inter Bold"/>
                <a:cs typeface="Inter Bold"/>
                <a:sym typeface="Inter Bold"/>
              </a:rPr>
              <a:t>doctor</a:t>
            </a:r>
          </a:p>
          <a:p>
            <a:pPr algn="l">
              <a:lnSpc>
                <a:spcPts val="5011"/>
              </a:lnSpc>
            </a:pPr>
            <a:r>
              <a:rPr lang="en-US" sz="3341" spc="-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Join data for a </a:t>
            </a:r>
            <a:r>
              <a:rPr lang="en-US" sz="3341" spc="-99" b="true">
                <a:solidFill>
                  <a:srgbClr val="0099E6"/>
                </a:solidFill>
                <a:latin typeface="Inter Bold"/>
                <a:ea typeface="Inter Bold"/>
                <a:cs typeface="Inter Bold"/>
                <a:sym typeface="Inter Bold"/>
              </a:rPr>
              <a:t>complete, readable</a:t>
            </a:r>
            <a:r>
              <a:rPr lang="en-US" sz="3341" spc="-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view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094417" y="0"/>
            <a:ext cx="2193583" cy="219358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25809" t="0" r="0" b="-442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7854" y="520392"/>
            <a:ext cx="3902924" cy="140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0"/>
              </a:lnSpc>
            </a:pPr>
            <a:r>
              <a:rPr lang="en-US" sz="10580" spc="-211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Billing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2321" y="1936111"/>
            <a:ext cx="6456199" cy="140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0"/>
              </a:lnSpc>
            </a:pPr>
            <a:r>
              <a:rPr lang="en-US" sz="10580" spc="-211" b="true">
                <a:solidFill>
                  <a:srgbClr val="0086DD"/>
                </a:solidFill>
                <a:latin typeface="Inter Bold"/>
                <a:ea typeface="Inter Bold"/>
                <a:cs typeface="Inter Bold"/>
                <a:sym typeface="Inter Bold"/>
              </a:rPr>
              <a:t>workflow.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4725" y="3548926"/>
            <a:ext cx="6894694" cy="47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72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From patient to payment status.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76584" y="4514911"/>
            <a:ext cx="4932947" cy="2077078"/>
          </a:xfrm>
          <a:custGeom>
            <a:avLst/>
            <a:gdLst/>
            <a:ahLst/>
            <a:cxnLst/>
            <a:rect r="r" b="b" t="t" l="l"/>
            <a:pathLst>
              <a:path h="2077078" w="4932947">
                <a:moveTo>
                  <a:pt x="0" y="0"/>
                </a:moveTo>
                <a:lnTo>
                  <a:pt x="4932947" y="0"/>
                </a:lnTo>
                <a:lnTo>
                  <a:pt x="4932947" y="2077077"/>
                </a:lnTo>
                <a:lnTo>
                  <a:pt x="0" y="2077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60" t="-1052" r="-3547" b="-263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30382" y="4989267"/>
            <a:ext cx="2143430" cy="50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8"/>
              </a:lnSpc>
            </a:pPr>
            <a:r>
              <a:rPr lang="en-US" b="true" sz="3898" spc="-78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PATIENT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4195" y="5713591"/>
            <a:ext cx="2461778" cy="36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784" spc="-55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patient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807971" y="5312946"/>
            <a:ext cx="864086" cy="459143"/>
          </a:xfrm>
          <a:custGeom>
            <a:avLst/>
            <a:gdLst/>
            <a:ahLst/>
            <a:cxnLst/>
            <a:rect r="r" b="b" t="t" l="l"/>
            <a:pathLst>
              <a:path h="459143" w="864086">
                <a:moveTo>
                  <a:pt x="0" y="0"/>
                </a:moveTo>
                <a:lnTo>
                  <a:pt x="864086" y="0"/>
                </a:lnTo>
                <a:lnTo>
                  <a:pt x="864086" y="459143"/>
                </a:lnTo>
                <a:lnTo>
                  <a:pt x="0" y="459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721" t="-38095" r="-10126" b="-476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81435" y="4514911"/>
            <a:ext cx="4309493" cy="2077078"/>
          </a:xfrm>
          <a:custGeom>
            <a:avLst/>
            <a:gdLst/>
            <a:ahLst/>
            <a:cxnLst/>
            <a:rect r="r" b="b" t="t" l="l"/>
            <a:pathLst>
              <a:path h="2077078" w="4309493">
                <a:moveTo>
                  <a:pt x="0" y="0"/>
                </a:moveTo>
                <a:lnTo>
                  <a:pt x="4309493" y="0"/>
                </a:lnTo>
                <a:lnTo>
                  <a:pt x="4309493" y="2077077"/>
                </a:lnTo>
                <a:lnTo>
                  <a:pt x="0" y="2077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61" t="-1052" r="-507" b="-263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99052" y="4989267"/>
            <a:ext cx="1010194" cy="50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8"/>
              </a:lnSpc>
            </a:pPr>
            <a:r>
              <a:rPr lang="en-US" b="true" sz="3898" spc="-78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BILL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73749" y="5713591"/>
            <a:ext cx="1654762" cy="36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784" spc="-55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Create bill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189368" y="5312946"/>
            <a:ext cx="875024" cy="459143"/>
          </a:xfrm>
          <a:custGeom>
            <a:avLst/>
            <a:gdLst/>
            <a:ahLst/>
            <a:cxnLst/>
            <a:rect r="r" b="b" t="t" l="l"/>
            <a:pathLst>
              <a:path h="459143" w="875024">
                <a:moveTo>
                  <a:pt x="0" y="0"/>
                </a:moveTo>
                <a:lnTo>
                  <a:pt x="875024" y="0"/>
                </a:lnTo>
                <a:lnTo>
                  <a:pt x="875024" y="459143"/>
                </a:lnTo>
                <a:lnTo>
                  <a:pt x="0" y="4591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00" t="-38095" r="-14999" b="-476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62833" y="4514911"/>
            <a:ext cx="5173579" cy="2077078"/>
          </a:xfrm>
          <a:custGeom>
            <a:avLst/>
            <a:gdLst/>
            <a:ahLst/>
            <a:cxnLst/>
            <a:rect r="r" b="b" t="t" l="l"/>
            <a:pathLst>
              <a:path h="2077078" w="5173579">
                <a:moveTo>
                  <a:pt x="0" y="0"/>
                </a:moveTo>
                <a:lnTo>
                  <a:pt x="5173578" y="0"/>
                </a:lnTo>
                <a:lnTo>
                  <a:pt x="5173578" y="2077077"/>
                </a:lnTo>
                <a:lnTo>
                  <a:pt x="0" y="20770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805" t="-1052" r="-1691" b="-263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575159" y="4979215"/>
            <a:ext cx="4285503" cy="47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</a:pPr>
            <a:r>
              <a:rPr lang="en-US" b="true" sz="3638" spc="-72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PAYMENT STATUS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32010" y="5713591"/>
            <a:ext cx="2325534" cy="36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784" spc="-55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Lookup status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1968" y="7263454"/>
            <a:ext cx="1170343" cy="50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3898" spc="-78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3115" y="7263454"/>
            <a:ext cx="8322142" cy="50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3898" spc="-78" b="true">
                <a:solidFill>
                  <a:srgbClr val="0086D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patient_id, amount, payment_status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3717" y="8091800"/>
            <a:ext cx="995499" cy="50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3898" spc="-78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Join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93326" y="8091800"/>
            <a:ext cx="3548620" cy="50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3898" spc="-78" b="true">
                <a:solidFill>
                  <a:srgbClr val="0086D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Bills to </a:t>
            </a:r>
            <a:r>
              <a:rPr lang="en-US" sz="3898" spc="-78" b="true">
                <a:solidFill>
                  <a:srgbClr val="38A8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Patients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2669" y="8920146"/>
            <a:ext cx="4100304" cy="50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3898" spc="-78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Track and update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00065" y="8920146"/>
            <a:ext cx="3627834" cy="50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3898" spc="-78" b="true">
                <a:solidFill>
                  <a:srgbClr val="0086D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payment status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6094417" y="0"/>
            <a:ext cx="2193583" cy="219358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809" t="0" r="0" b="-442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DAHZXTvlSVU</dc:identifier>
  <dcterms:modified xsi:type="dcterms:W3CDTF">2011-08-01T06:04:30Z</dcterms:modified>
  <cp:revision>1</cp:revision>
  <dc:title>LifeBridgePro SQL Deck</dc:title>
</cp:coreProperties>
</file>